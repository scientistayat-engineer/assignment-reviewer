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Gradewise  |  AI Assignment Reviewer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Gradewise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</a:rPr>
              <a:t>AI Assignment Reviewer with a teacher-in-the-loop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LangChain  |  LangGraph  |  LangSmith  |  Groq  |  FastAPI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Anushay Ayat  -  AI and Data Science, SMIT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Problem and objective</a:t>
            </a:r>
            <a:endParaRPr lang="en-US" sz="3000" dirty="0"/>
          </a:p>
        </p:txBody>
      </p:sp>
      <p:sp>
        <p:nvSpPr>
          <p:cNvPr id="3" name="card The problem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Reviewing many student answers by hand is slow and inconsistent. A plain LLM score is fast, but borderline answers need a human decision.</a:t>
            </a:r>
            <a:endParaRPr lang="en-US" sz="1300" dirty="0"/>
          </a:p>
        </p:txBody>
      </p:sp>
      <p:sp>
        <p:nvSpPr>
          <p:cNvPr id="7" name="card The objective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objective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Build a workflow that scores answers against a rubric, flags borderline results (4-6 / 10) for a teacher, and records every run in LangSmith.</a:t>
            </a:r>
            <a:endParaRPr lang="en-US" sz="1300" dirty="0"/>
          </a:p>
        </p:txBody>
      </p:sp>
      <p:sp>
        <p:nvSpPr>
          <p:cNvPr id="11" name="card What was delivered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06908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What was delivered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teacher's terminal script was turned into a complete web application: FastAPI backend, multi-page frontend, SQLite storage, custom rubrics, teacher queue, analytics dashboard, PDF and CSV export, automated tests and LangSmith tracing.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card Backend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FastAPI, Pydantic, SQLite, ReportLab, pypdf, python-docx</a:t>
            </a:r>
            <a:endParaRPr lang="en-US" sz="1300" dirty="0"/>
          </a:p>
        </p:txBody>
      </p:sp>
      <p:sp>
        <p:nvSpPr>
          <p:cNvPr id="7" name="card AI workflow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0020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AI workflow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LangChain prompt + Groq model with structured output, LangGraph state graph</a:t>
            </a:r>
            <a:endParaRPr lang="en-US" sz="1300" dirty="0"/>
          </a:p>
        </p:txBody>
      </p:sp>
      <p:sp>
        <p:nvSpPr>
          <p:cNvPr id="11" name="card Observability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60020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LangSmith tracing, run names, tags, metadata, teacher feedback</a:t>
            </a:r>
            <a:endParaRPr lang="en-US" sz="1300" dirty="0"/>
          </a:p>
        </p:txBody>
      </p:sp>
      <p:sp>
        <p:nvSpPr>
          <p:cNvPr id="15" name="card Frontend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69080"/>
            <a:ext cx="73152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72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Vanilla JavaScript single-page app, SVG charts, command palette, English/Urdu, dark mode</a:t>
            </a:r>
            <a:endParaRPr lang="en-US" sz="1300" dirty="0"/>
          </a:p>
        </p:txBody>
      </p:sp>
      <p:sp>
        <p:nvSpPr>
          <p:cNvPr id="19" name="card Quality and security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406908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Quality and security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12 pytest tests, PBKDF2 passwords, signed HttpOnly sessions, input validation, escaped output</a:t>
            </a:r>
            <a:endParaRPr lang="en-US" sz="1300" dirty="0"/>
          </a:p>
        </p:txBody>
      </p:sp>
      <p:sp>
        <p:nvSpPr>
          <p:cNvPr id="23" name="card Demo mode"/>
          <p:cNvSpPr/>
          <p:nvPr/>
        </p:nvSpPr>
        <p:spPr>
          <a:xfrm>
            <a:off x="804672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406908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Demo mode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72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Offline keyword grader so the app runs without an API key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SPA: review, history, queue,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21031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2103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REST API + static files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21031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103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evaluate, route, teacher_review, finish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92640" y="21031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0" y="2103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Groq LLM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via LangChain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411480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questions and reviews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0" y="411480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LangSmith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traces and teacher feedback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2743200"/>
            <a:ext cx="73152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2743200"/>
            <a:ext cx="73152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2743200"/>
            <a:ext cx="54864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46320" y="3383280"/>
            <a:ext cx="0" cy="73152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55280" y="3383280"/>
            <a:ext cx="0" cy="73152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Request flow: the browser calls the API, the API runs the graph, the result is stored and returned.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LangGraph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START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Answer + rubric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17520" y="2194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194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1. evaluate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LLM scores each criterion, scores are clamped and normalised to /10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219456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1945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2. route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Is score 4 to 6?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0" y="13716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0" y="13716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3a. teacher_review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Flagged for the teacher queue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0" y="31089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0" y="31089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3b. finish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Feedback ready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0320" y="2788920"/>
            <a:ext cx="457200" cy="914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2788920"/>
            <a:ext cx="457200" cy="914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8229600" y="1965960"/>
            <a:ext cx="640080" cy="4114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3200400"/>
            <a:ext cx="64008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The routing rule is the teacher's original design; the band is configurable through REVIEW_MIN and REVIEW_MAX.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Rubric scoring and routing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Criteria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Each question has 1-8 criteria with its own max points and description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Model output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Structured JSON: score + comment per criterion, feedback, one improvement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Scores are clamped to each criterion maximum; missing criteria get 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Normalisation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score = round(total / max_total x 10)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Routing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 to 6 goes to the teacher; everything else is final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Safety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Prompt treats the answer as data and ignores instructions inside 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LangSmith tracing</a:t>
            </a:r>
            <a:endParaRPr lang="en-US" sz="3000" dirty="0"/>
          </a:p>
        </p:txBody>
      </p:sp>
      <p:sp>
        <p:nvSpPr>
          <p:cNvPr id="3" name="card What is traced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What is traced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Every review is one named run ("Assignment review") with tags, the student name and question title as metadata, and a unique run id stored with the review. Each node and the Groq call appear as child spans.</a:t>
            </a:r>
            <a:endParaRPr lang="en-US" sz="1300" dirty="0"/>
          </a:p>
        </p:txBody>
      </p:sp>
      <p:sp>
        <p:nvSpPr>
          <p:cNvPr id="7" name="card Teacher feedback loop"/>
          <p:cNvSpPr/>
          <p:nvPr/>
        </p:nvSpPr>
        <p:spPr>
          <a:xfrm>
            <a:off x="6217920" y="13716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Teacher feedback loop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When the teacher approves or overrides a score, the final score is posted to the same run as feedback (teacher_final_score), so AI and human scores can be compared in LangSmith.</a:t>
            </a:r>
            <a:endParaRPr lang="en-US" sz="1300" dirty="0"/>
          </a:p>
        </p:txBody>
      </p:sp>
      <p:sp>
        <p:nvSpPr>
          <p:cNvPr id="11" name="card How to read a trace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70916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How to read a trace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12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evaluate (LangChain prompt + ChatGroq openai/gpt-oss-120b + PydanticToolsParser) -&gt; route -&gt; teacher_review or finish. Latency and token counts are shown per step, so slow or costly calls are easy to find.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Feature overview</a:t>
            </a:r>
            <a:endParaRPr lang="en-US" sz="3000" dirty="0"/>
          </a:p>
        </p:txBody>
      </p:sp>
      <p:sp>
        <p:nvSpPr>
          <p:cNvPr id="3" name="card Rubric AI scoring"/>
          <p:cNvSpPr/>
          <p:nvPr/>
        </p:nvSpPr>
        <p:spPr>
          <a:xfrm>
            <a:off x="5486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Rubric AI scoring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Per-criterion marks and comments</a:t>
            </a:r>
            <a:endParaRPr lang="en-US" sz="1300" dirty="0"/>
          </a:p>
        </p:txBody>
      </p:sp>
      <p:sp>
        <p:nvSpPr>
          <p:cNvPr id="7" name="card Custom questions"/>
          <p:cNvSpPr/>
          <p:nvPr/>
        </p:nvSpPr>
        <p:spPr>
          <a:xfrm>
            <a:off x="333756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55448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Custom questions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Weighted rubrics you define</a:t>
            </a:r>
            <a:endParaRPr lang="en-US" sz="1300" dirty="0"/>
          </a:p>
        </p:txBody>
      </p:sp>
      <p:sp>
        <p:nvSpPr>
          <p:cNvPr id="11" name="card Teacher queue"/>
          <p:cNvSpPr/>
          <p:nvPr/>
        </p:nvSpPr>
        <p:spPr>
          <a:xfrm>
            <a:off x="612648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55448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Teacher queue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Approve or override with a note</a:t>
            </a:r>
            <a:endParaRPr lang="en-US" sz="1300" dirty="0"/>
          </a:p>
        </p:txBody>
      </p:sp>
      <p:sp>
        <p:nvSpPr>
          <p:cNvPr id="15" name="card Batch review"/>
          <p:cNvSpPr/>
          <p:nvPr/>
        </p:nvSpPr>
        <p:spPr>
          <a:xfrm>
            <a:off x="89154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554480"/>
            <a:ext cx="73152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Batch review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CSV or many files, live progress</a:t>
            </a:r>
            <a:endParaRPr lang="en-US" sz="1300" dirty="0"/>
          </a:p>
        </p:txBody>
      </p:sp>
      <p:sp>
        <p:nvSpPr>
          <p:cNvPr id="19" name="card File upload"/>
          <p:cNvSpPr/>
          <p:nvPr/>
        </p:nvSpPr>
        <p:spPr>
          <a:xfrm>
            <a:off x="54864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24612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File upload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PDF, DOCX and TXT answers</a:t>
            </a:r>
            <a:endParaRPr lang="en-US" sz="1300" dirty="0"/>
          </a:p>
        </p:txBody>
      </p:sp>
      <p:sp>
        <p:nvSpPr>
          <p:cNvPr id="23" name="card Integrity check"/>
          <p:cNvSpPr/>
          <p:nvPr/>
        </p:nvSpPr>
        <p:spPr>
          <a:xfrm>
            <a:off x="333756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24612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490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Integrity check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Finds near-identical answers</a:t>
            </a:r>
            <a:endParaRPr lang="en-US" sz="1300" dirty="0"/>
          </a:p>
        </p:txBody>
      </p:sp>
      <p:sp>
        <p:nvSpPr>
          <p:cNvPr id="27" name="card AI vs teacher"/>
          <p:cNvSpPr/>
          <p:nvPr/>
        </p:nvSpPr>
        <p:spPr>
          <a:xfrm>
            <a:off x="612648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246120"/>
            <a:ext cx="73152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AI vs teacher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Agreement rate on the dashboard</a:t>
            </a:r>
            <a:endParaRPr lang="en-US" sz="1300" dirty="0"/>
          </a:p>
        </p:txBody>
      </p:sp>
      <p:sp>
        <p:nvSpPr>
          <p:cNvPr id="31" name="card Re-evaluate"/>
          <p:cNvSpPr/>
          <p:nvPr/>
        </p:nvSpPr>
        <p:spPr>
          <a:xfrm>
            <a:off x="891540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3246120"/>
            <a:ext cx="73152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268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Re-evaluate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Re-run and compare scores</a:t>
            </a:r>
            <a:endParaRPr lang="en-US" sz="1300" dirty="0"/>
          </a:p>
        </p:txBody>
      </p:sp>
      <p:sp>
        <p:nvSpPr>
          <p:cNvPr id="35" name="card Login and roles"/>
          <p:cNvSpPr/>
          <p:nvPr/>
        </p:nvSpPr>
        <p:spPr>
          <a:xfrm>
            <a:off x="548640" y="4709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93776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012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Login and roles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Teacher and student accounts</a:t>
            </a:r>
            <a:endParaRPr lang="en-US" sz="1300" dirty="0"/>
          </a:p>
        </p:txBody>
      </p:sp>
      <p:sp>
        <p:nvSpPr>
          <p:cNvPr id="39" name="card PDF and CSV"/>
          <p:cNvSpPr/>
          <p:nvPr/>
        </p:nvSpPr>
        <p:spPr>
          <a:xfrm>
            <a:off x="3337560" y="4709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6160" y="493776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74904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PDF and CSV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356616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Result PDFs, class CSV export</a:t>
            </a:r>
            <a:endParaRPr lang="en-US" sz="1300" dirty="0"/>
          </a:p>
        </p:txBody>
      </p:sp>
      <p:sp>
        <p:nvSpPr>
          <p:cNvPr id="43" name="card Command palette"/>
          <p:cNvSpPr/>
          <p:nvPr/>
        </p:nvSpPr>
        <p:spPr>
          <a:xfrm>
            <a:off x="6126480" y="4709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93776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3796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Command palette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35508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Ctrl+K, shortcuts, guided tour</a:t>
            </a:r>
            <a:endParaRPr lang="en-US" sz="1300" dirty="0"/>
          </a:p>
        </p:txBody>
      </p:sp>
      <p:sp>
        <p:nvSpPr>
          <p:cNvPr id="47" name="card English and Urdu"/>
          <p:cNvSpPr/>
          <p:nvPr/>
        </p:nvSpPr>
        <p:spPr>
          <a:xfrm>
            <a:off x="8915400" y="4709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0" y="4937760"/>
            <a:ext cx="73152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32688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English and Urdu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5440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RTL support, dark mode, print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Accounts and roles</a:t>
            </a:r>
            <a:endParaRPr lang="en-US" sz="3000" dirty="0"/>
          </a:p>
        </p:txBody>
      </p:sp>
      <p:sp>
        <p:nvSpPr>
          <p:cNvPr id="3" name="card Teacher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Teacher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Account comes from .env. Can create questions, run batch reviews, decide queue items, re-evaluate, view the dashboard and integrity check, and export CSV.</a:t>
            </a:r>
            <a:endParaRPr lang="en-US" sz="1300" dirty="0"/>
          </a:p>
        </p:txBody>
      </p:sp>
      <p:sp>
        <p:nvSpPr>
          <p:cNvPr id="7" name="card Student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Student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Registers a free account. Can submit answers and see only their own reviews and PDFs. Teacher pages return 403; other students' reviews return 404.</a:t>
            </a:r>
            <a:endParaRPr lang="en-US" sz="1300" dirty="0"/>
          </a:p>
        </p:txBody>
      </p:sp>
      <p:sp>
        <p:nvSpPr>
          <p:cNvPr id="11" name="card How sessions are protected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16052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How sessions are protected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Passwords are hashed with PBKDF2-SHA256. Sessions are signed HttpOnly cookies that expire. Repeated failed logins are throttled. Students never receive similarity data or trace ids.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Batch review and file upload</a:t>
            </a:r>
            <a:endParaRPr lang="en-US" sz="3000" dirty="0"/>
          </a:p>
        </p:txBody>
      </p:sp>
      <p:sp>
        <p:nvSpPr>
          <p:cNvPr id="3" name="card Batch review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Batch review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Upload a CSV with student_name,answer, or drop many answer files (one per student). Reviews run one after another with a live progress bar, a summary, and a results CSV download.</a:t>
            </a:r>
            <a:endParaRPr lang="en-US" sz="1300" dirty="0"/>
          </a:p>
        </p:txBody>
      </p:sp>
      <p:sp>
        <p:nvSpPr>
          <p:cNvPr id="7" name="card File upload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File upload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PDF, DOCX, TXT and MD are read on the server (5 MB limit). The text fills the answer box, so the teacher can check it before reviewing.</a:t>
            </a:r>
            <a:endParaRPr lang="en-US" sz="1300" dirty="0"/>
          </a:p>
        </p:txBody>
      </p:sp>
      <p:sp>
        <p:nvSpPr>
          <p:cNvPr id="11" name="card Limits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25196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Limits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548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Up to 100 answers per batch, 6000 characters per answer. Scanned PDFs without a text layer cannot be read.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Integrity check</a:t>
            </a:r>
            <a:endParaRPr lang="en-US" sz="3000" dirty="0"/>
          </a:p>
        </p:txBody>
      </p:sp>
      <p:sp>
        <p:nvSpPr>
          <p:cNvPr id="3" name="card How it works"/>
          <p:cNvSpPr/>
          <p:nvPr/>
        </p:nvSpPr>
        <p:spPr>
          <a:xfrm>
            <a:off x="548640" y="137160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Each answer is turned into a set of three-word sequences. Two answers are compared with the Jaccard overlap of those sets. New submissions are compared with earlier answers to the same question and flagged at 60% or more.</a:t>
            </a:r>
            <a:endParaRPr lang="en-US" sz="1300" dirty="0"/>
          </a:p>
        </p:txBody>
      </p:sp>
      <p:sp>
        <p:nvSpPr>
          <p:cNvPr id="7" name="card How to read it"/>
          <p:cNvSpPr/>
          <p:nvPr/>
        </p:nvSpPr>
        <p:spPr>
          <a:xfrm>
            <a:off x="6217920" y="137160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How to read 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Integrity page lists pairs above an adjustable threshold with both answers side by side. A high match is a reason to look closer, not proof of copying; short model answers can match naturally.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AI vs teacher agreement</a:t>
            </a:r>
            <a:endParaRPr lang="en-US" sz="3000" dirty="0"/>
          </a:p>
        </p:txBody>
      </p:sp>
      <p:sp>
        <p:nvSpPr>
          <p:cNvPr id="3" name="card The metric"/>
          <p:cNvSpPr/>
          <p:nvPr/>
        </p:nvSpPr>
        <p:spPr>
          <a:xfrm>
            <a:off x="548640" y="137160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metric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Of all borderline reviews the teacher decided, the agreement rate is the share approved without change. For overrides, the average change in points is also shown.</a:t>
            </a:r>
            <a:endParaRPr lang="en-US" sz="1300" dirty="0"/>
          </a:p>
        </p:txBody>
      </p:sp>
      <p:sp>
        <p:nvSpPr>
          <p:cNvPr id="7" name="card Why it matters"/>
          <p:cNvSpPr/>
          <p:nvPr/>
        </p:nvSpPr>
        <p:spPr>
          <a:xfrm>
            <a:off x="6217920" y="137160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It measures how much the AI can be trusted. The same decisions are sent to LangSmith as feedback, so traces can later be filtered by teacher score.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LangSmith: runs</a:t>
            </a:r>
            <a:endParaRPr lang="en-US" sz="3000" dirty="0"/>
          </a:p>
        </p:txBody>
      </p:sp>
      <p:pic>
        <p:nvPicPr>
          <p:cNvPr id="3" name="Image 0" descr="/home/claude/proj/docs/slides_img/langsmith-ru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Every review is one "Assignment review" run in the assignment-review project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LangSmith: trace</a:t>
            </a:r>
            <a:endParaRPr lang="en-US" sz="3000" dirty="0"/>
          </a:p>
        </p:txBody>
      </p:sp>
      <p:pic>
        <p:nvPicPr>
          <p:cNvPr id="3" name="Image 0" descr="/home/claude/proj/docs/slides_img/langsmith-tr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Trace tree: evaluate, ChatGroq, PydanticToolsParser, route, teacher_review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LangSmith: teacher feedback</a:t>
            </a:r>
            <a:endParaRPr lang="en-US" sz="3000" dirty="0"/>
          </a:p>
        </p:txBody>
      </p:sp>
      <p:pic>
        <p:nvPicPr>
          <p:cNvPr id="3" name="Image 0" descr="/home/claude/proj/docs/slides_img/langsmith-feedb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teacher's decision is attached to the run as teacher_final_score (0.40 = 4/10)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Login</a:t>
            </a:r>
            <a:endParaRPr lang="en-US" sz="3000" dirty="0"/>
          </a:p>
        </p:txBody>
      </p:sp>
      <p:pic>
        <p:nvPicPr>
          <p:cNvPr id="3" name="Image 0" descr="/home/claude/proj/docs/slides_img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Login and student registration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Home page</a:t>
            </a:r>
            <a:endParaRPr lang="en-US" sz="3000" dirty="0"/>
          </a:p>
        </p:txBody>
      </p:sp>
      <p:pic>
        <p:nvPicPr>
          <p:cNvPr id="3" name="Image 0" descr="/home/claude/proj/docs/slides_img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Landing page with live statistics (teacher view)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Review result</a:t>
            </a:r>
            <a:endParaRPr lang="en-US" sz="3000" dirty="0"/>
          </a:p>
        </p:txBody>
      </p:sp>
      <p:pic>
        <p:nvPicPr>
          <p:cNvPr id="3" name="Image 0" descr="/home/claude/proj/docs/slides_img/review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Animated score ring, rubric bars, feedback, similarity warning, PDF, print, re-evaluate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Batch review</a:t>
            </a:r>
            <a:endParaRPr lang="en-US" sz="3000" dirty="0"/>
          </a:p>
        </p:txBody>
      </p:sp>
      <p:pic>
        <p:nvPicPr>
          <p:cNvPr id="3" name="Image 0" descr="/home/claude/proj/docs/slides_img/b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Whole-class review from a CSV with live progress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Teacher review queue</a:t>
            </a:r>
            <a:endParaRPr lang="en-US" sz="3000" dirty="0"/>
          </a:p>
        </p:txBody>
      </p:sp>
      <p:pic>
        <p:nvPicPr>
          <p:cNvPr id="3" name="Image 0" descr="/home/claude/proj/docs/slides_img/que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Borderline reviews wait for approve or override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Analytics dashboard</a:t>
            </a:r>
            <a:endParaRPr lang="en-US" sz="3000" dirty="0"/>
          </a:p>
        </p:txBody>
      </p:sp>
      <p:pic>
        <p:nvPicPr>
          <p:cNvPr id="3" name="Image 0" descr="/home/claude/proj/docs/slides_im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Distribution, trend and AI vs teacher agreement, with tooltips and click-through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Integrity check</a:t>
            </a:r>
            <a:endParaRPr lang="en-US" sz="3000" dirty="0"/>
          </a:p>
        </p:txBody>
      </p:sp>
      <p:pic>
        <p:nvPicPr>
          <p:cNvPr id="3" name="Image 0" descr="/home/claude/proj/docs/slides_img/integ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Side-by-side comparison of similar answers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History and filters</a:t>
            </a:r>
            <a:endParaRPr lang="en-US" sz="3000" dirty="0"/>
          </a:p>
        </p:txBody>
      </p:sp>
      <p:pic>
        <p:nvPicPr>
          <p:cNvPr id="3" name="Image 0" descr="/home/claude/proj/docs/slides_img/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Search by student, filter by status, question or score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Quick search</a:t>
            </a:r>
            <a:endParaRPr lang="en-US" sz="3000" dirty="0"/>
          </a:p>
        </p:txBody>
      </p:sp>
      <p:pic>
        <p:nvPicPr>
          <p:cNvPr id="3" name="Image 0" descr="/home/claude/proj/docs/slides_img/pal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Ctrl+K command palette finds pages and reviews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Urdu and dark mode</a:t>
            </a:r>
            <a:endParaRPr lang="en-US" sz="3000" dirty="0"/>
          </a:p>
        </p:txBody>
      </p:sp>
      <p:pic>
        <p:nvPicPr>
          <p:cNvPr id="3" name="Image 0" descr="/home/claude/proj/docs/slides_img/urdu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Right-to-left Urdu interface in dark theme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Student view</a:t>
            </a:r>
            <a:endParaRPr lang="en-US" sz="3000" dirty="0"/>
          </a:p>
        </p:txBody>
      </p:sp>
      <p:pic>
        <p:nvPicPr>
          <p:cNvPr id="3" name="Image 0" descr="/home/claude/proj/docs/slides_img/student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Students see only their own results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Workflow page</a:t>
            </a:r>
            <a:endParaRPr lang="en-US" sz="3000" dirty="0"/>
          </a:p>
        </p:txBody>
      </p:sp>
      <p:pic>
        <p:nvPicPr>
          <p:cNvPr id="3" name="Image 0" descr="/home/claude/proj/docs/slides_img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34440"/>
            <a:ext cx="9601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graph and the active runtime mode shown inside the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Project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4754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assignment-reviewer/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run.py                 start the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  .env.example  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backend/app/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main.py  config.py  db.py  schemas.py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api/routes.py          REST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graph/                 state, nodes, builder (LangGraph)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            llm tracing pdf auth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backend/tests/           pytest suite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frontend/                index.html, css/, js/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                    report, slides, screenshots</a:t>
            </a:r>
            <a:endParaRPr lang="en-US" sz="1200" dirty="0"/>
          </a:p>
        </p:txBody>
      </p:sp>
      <p:sp>
        <p:nvSpPr>
          <p:cNvPr id="4" name="card Why this layout"/>
          <p:cNvSpPr/>
          <p:nvPr/>
        </p:nvSpPr>
        <p:spPr>
          <a:xfrm>
            <a:off x="7589520" y="128016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150876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this layout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011680"/>
            <a:ext cx="3566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Routes, graph logic, services and storage are separate modules, so the LLM, tracing or database can change without touching the rest. Config comes from environment variables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Testing and quality</a:t>
            </a:r>
            <a:endParaRPr lang="en-US" sz="3000" dirty="0"/>
          </a:p>
        </p:txBody>
      </p:sp>
      <p:sp>
        <p:nvSpPr>
          <p:cNvPr id="3" name="card Automated tests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Automated tests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12 pytest tests: login and roles, student isolation (403/404), review flow, score range, routing band edges, teacher override, PDF, similarity detection, re-evaluate, file extraction (txt, docx), agreement stats and CSV.</a:t>
            </a:r>
            <a:endParaRPr lang="en-US" sz="1300" dirty="0"/>
          </a:p>
        </p:txBody>
      </p:sp>
      <p:sp>
        <p:nvSpPr>
          <p:cNvPr id="7" name="card Safety and robustness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Safety and robustness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Pydantic validation on every input, escaped output, hashed passwords and signed sessions, rate-limited login, CSV formula protection. LangSmith failures never break a review.</a:t>
            </a:r>
            <a:endParaRPr lang="en-US" sz="1300" dirty="0"/>
          </a:p>
        </p:txBody>
      </p:sp>
      <p:sp>
        <p:nvSpPr>
          <p:cNvPr id="11" name="card Honest limits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06908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Honest limits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Demo mode is a keyword grader and is not a replacement for the LLM. Live Groq and LangSmith runs need the student's own API keys; the AI score is a suggestion and the teacher decides.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3" name="card Summary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The teacher's CLI idea is now a complete, traced and tested web application. It keeps the original graph and routing rule, and adds rubrics, roles, batch review, integrity checks, a teacher queue, analytics and LangSmith feedback.</a:t>
            </a:r>
            <a:endParaRPr lang="en-US" sz="1300" dirty="0"/>
          </a:p>
        </p:txBody>
      </p:sp>
      <p:sp>
        <p:nvSpPr>
          <p:cNvPr id="7" name="card Future work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LangSmith datasets and evaluators, OCR for scanned answers, semantic (embedding) similarity, email notifications, deployment with HTTPS.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ewise">
  <a:themeElements>
    <a:clrScheme name="Gradewise">
      <a:dk1>
        <a:srgbClr val="111827"/>
      </a:dk1>
      <a:lt1>
        <a:srgbClr val="FFFFFF"/>
      </a:lt1>
      <a:dk2>
        <a:srgbClr val="312E81"/>
      </a:dk2>
      <a:lt2>
        <a:srgbClr val="EEF2FF"/>
      </a:lt2>
      <a:accent1>
        <a:srgbClr val="4F46E5"/>
      </a:accent1>
      <a:accent2>
        <a:srgbClr val="7C3AED"/>
      </a:accent2>
      <a:accent3>
        <a:srgbClr val="059669"/>
      </a:accent3>
      <a:accent4>
        <a:srgbClr val="D97706"/>
      </a:accent4>
      <a:accent5>
        <a:srgbClr val="DC2626"/>
      </a:accent5>
      <a:accent6>
        <a:srgbClr val="0EA5E9"/>
      </a:accent6>
      <a:hlink>
        <a:srgbClr val="4F46E5"/>
      </a:hlink>
      <a:folHlink>
        <a:srgbClr val="7C3AED"/>
      </a:folHlink>
    </a:clrScheme>
    <a:fontScheme name="Gradewi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Gradewise - AI Assignment Reviewer</dc:title>
  <dc:subject>PptxGenJS Presentation</dc:subject>
  <dc:creator>Anushay Ayat</dc:creator>
  <cp:lastModifiedBy>Anushay Ayat</cp:lastModifiedBy>
  <cp:revision>1</cp:revision>
  <dcterms:created xsi:type="dcterms:W3CDTF">2026-10-24T19:43:35Z</dcterms:created>
  <dcterms:modified xsi:type="dcterms:W3CDTF">2026-10-24T19:43:35Z</dcterms:modified>
</cp:coreProperties>
</file>